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Isolated lab validation of L_BLACKBIRD in an air-gapped Anticloud environment.</a:t>
            </a:r>
          </a:p>
          <a:p>
            <a:r>
              <a:t>All PAX L5 Narrow L2 General 27B inference runs locally with zero cloud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OS | Ubuntu 22.04 LTS (offline) |</a:t>
            </a:r>
          </a:p>
          <a:p>
            <a:r>
              <a:t>| GPU | RTX 4090 24GB |</a:t>
            </a:r>
          </a:p>
          <a:p>
            <a:r>
              <a:t>| PAX Model | PAX L5 Narrow L2 General 27B |</a:t>
            </a:r>
          </a:p>
          <a:p>
            <a:r>
              <a:t>| Inference | llama.cpp Q4_0 |</a:t>
            </a:r>
          </a:p>
          <a:p>
            <a:r>
              <a:t>| Network | Disabled during test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Deploy single binary to isolated node</a:t>
            </a:r>
          </a:p>
          <a:p>
            <a:r>
              <a:t>2. Load PAX L5 Narrow L2 General 27B locally</a:t>
            </a:r>
          </a:p>
          <a:p>
            <a:r>
              <a:t>3. Disable all network interfaces</a:t>
            </a:r>
          </a:p>
          <a:p>
            <a:r>
              <a:t>4. Run feature parity suite against upstream baseline</a:t>
            </a:r>
          </a:p>
          <a:p>
            <a:r>
              <a:t>5. Verify AIOSS ledger integrity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Test ID | Description | Result |</a:t>
            </a:r>
          </a:p>
          <a:p>
            <a:r>
              <a:t>| --- | --- | --- |</a:t>
            </a:r>
          </a:p>
          <a:p>
            <a:r>
              <a:t>| LAB-001 | Cold-start single binary | PASS |</a:t>
            </a:r>
          </a:p>
          <a:p>
            <a:r>
              <a:t>| LAB-002 | PAX inference offline | PASS |</a:t>
            </a:r>
          </a:p>
          <a:p>
            <a:r>
              <a:t>| LAB-003 | AIOSS chain integrity | PASS |</a:t>
            </a:r>
          </a:p>
          <a:p>
            <a:r>
              <a:t>| LAB-004 | AES-256 decrypt verify | PASS |</a:t>
            </a:r>
          </a:p>
          <a:p>
            <a:r>
              <a:t>| LAB-005 | Feature parity vs upstream | PASS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Full Millennium Problem solutions pending PAX Kaggle run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