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AIOSS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Genesis: 8b4a8a4f6312dfbe885de8280716985637c163fd2a4b5590341d56db1cc4e560</a:t>
            </a:r>
          </a:p>
          <a:p>
            <a:r>
              <a:t>All mutations are recorded in the AIOSS append-only ledger.</a:t>
            </a:r>
          </a:p>
          <a:p>
            <a:r>
              <a:t>SHA3-256 chain integrity verified at build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Security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AES-256 encryption verified via known-plaintext roundtrip</a:t>
            </a:r>
          </a:p>
          <a:p>
            <a:r>
              <a:t>- AIOSS chain verified via independent hash recomputation</a:t>
            </a:r>
          </a:p>
          <a:p>
            <a:r>
              <a:t>- No telemetry verified via network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