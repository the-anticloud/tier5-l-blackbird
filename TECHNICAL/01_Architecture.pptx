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Single-binary deployment with embedded PAX L5 Narrow L2 General 27B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Runtime: Python + llama.cpp</a:t>
            </a:r>
          </a:p>
          <a:p>
            <a:r>
              <a:t>- AI: PAX L5 Narrow L2 General 27B (GGUF Q4_0)</a:t>
            </a:r>
          </a:p>
          <a:p>
            <a:r>
              <a:t>- Security: AES-256, AIOSS ledger</a:t>
            </a:r>
          </a:p>
          <a:p>
            <a:r>
              <a:t>- Deployment: Single executable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