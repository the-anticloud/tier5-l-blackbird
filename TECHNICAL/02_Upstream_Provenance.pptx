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All upstream code is MIT or Apache 2.0 licensed.</a:t>
            </a:r>
          </a:p>
          <a:p>
            <a:r>
              <a:t>Anticloud additions are under Anticommons 0.1.0.</a:t>
            </a:r>
          </a:p>
          <a:p>
            <a:r>
              <a:t>No GPL/AGPL contamination in dependency tree.</a:t>
            </a:r>
          </a:p>
          <a:p>
            <a:r>
              <a:t>All dependencies pinned to audited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