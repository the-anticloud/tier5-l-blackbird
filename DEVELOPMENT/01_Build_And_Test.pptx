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git clone &lt;upstream&gt;</a:t>
            </a:r>
          </a:p>
          <a:p>
            <a:r>
              <a:t>cd l_blackbird</a:t>
            </a:r>
          </a:p>
          <a:p>
            <a:r>
              <a:t>pip install -r requirements.txt</a:t>
            </a:r>
          </a:p>
          <a:p>
            <a:r>
              <a:t>python build.py --offline --pax-local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pytest tests/ -v --tb=short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All CI runs offline. No network calls permitted during test suite.</a:t>
            </a:r>
          </a:p>
          <a:p>
            <a:r>
              <a:t>AIOSS ledger entries generated for each test pass.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