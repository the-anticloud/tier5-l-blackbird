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Adding New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Fork the upstream codebase</a:t>
            </a:r>
          </a:p>
          <a:p>
            <a:r>
              <a:t>2. Add integration hooks in anticloud/ module</a:t>
            </a:r>
          </a:p>
          <a:p>
            <a:r>
              <a:t>3. Ensure PAX inference path is tested offline</a:t>
            </a:r>
          </a:p>
          <a:p>
            <a:r>
              <a:t>4. Add AIOSS audit entries for all mutations</a:t>
            </a:r>
          </a:p>
          <a:p>
            <a:r>
              <a:t>5. Submit PR with AIOSS proof-of-integrity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All public APIs wrapped with AIOSS decorators.</a:t>
            </a:r>
          </a:p>
          <a:p>
            <a:r>
              <a:t>New endpoints must declare @aioss_audit to be accepted.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