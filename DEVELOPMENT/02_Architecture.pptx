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L_BLACKBIRD is packaged as a single Anticloud binary with embedded PAX L5 Narrow L2 General 27B inference via llama.cpp.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Component | Description |</a:t>
            </a:r>
          </a:p>
          <a:p>
            <a:r>
              <a:t>| --- | --- |</a:t>
            </a:r>
          </a:p>
          <a:p>
            <a:r>
              <a:t>| Core Engine | Upstream functionality |</a:t>
            </a:r>
          </a:p>
          <a:p>
            <a:r>
              <a:t>| PAX Adapter | llama.cpp bridge for local AI |</a:t>
            </a:r>
          </a:p>
          <a:p>
            <a:r>
              <a:t>| AIOSS Module | Append-only audit ledger |</a:t>
            </a:r>
          </a:p>
          <a:p>
            <a:r>
              <a:t>| Crypto Layer | AES-256 encryption at rest |</a:t>
            </a:r>
          </a:p>
          <a:p>
            <a:r>
              <a:t>| CLI | Unified command interface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Single binary. No Docker, no Kubernetes, no cloud account.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